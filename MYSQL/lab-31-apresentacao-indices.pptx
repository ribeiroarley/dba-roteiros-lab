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64" r:id="rId4"/>
    <p:sldId id="261" r:id="rId5"/>
    <p:sldId id="262" r:id="rId6"/>
    <p:sldId id="256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B8F6-6F8E-4AD3-81DE-629C9EB14D58}" type="datetimeFigureOut">
              <a:rPr lang="pt-BR" smtClean="0"/>
              <a:t>13/05/2022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AC98-D10D-4CD0-8844-E8F8655DD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501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B8F6-6F8E-4AD3-81DE-629C9EB14D58}" type="datetimeFigureOut">
              <a:rPr lang="pt-BR" smtClean="0"/>
              <a:t>13/05/2022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AC98-D10D-4CD0-8844-E8F8655DD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4968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B8F6-6F8E-4AD3-81DE-629C9EB14D58}" type="datetimeFigureOut">
              <a:rPr lang="pt-BR" smtClean="0"/>
              <a:t>13/05/2022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AC98-D10D-4CD0-8844-E8F8655DD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8445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B8F6-6F8E-4AD3-81DE-629C9EB14D58}" type="datetimeFigureOut">
              <a:rPr lang="pt-BR" smtClean="0"/>
              <a:t>13/05/2022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AC98-D10D-4CD0-8844-E8F8655DD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5916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B8F6-6F8E-4AD3-81DE-629C9EB14D58}" type="datetimeFigureOut">
              <a:rPr lang="pt-BR" smtClean="0"/>
              <a:t>13/05/2022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AC98-D10D-4CD0-8844-E8F8655DD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1281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B8F6-6F8E-4AD3-81DE-629C9EB14D58}" type="datetimeFigureOut">
              <a:rPr lang="pt-BR" smtClean="0"/>
              <a:t>13/05/2022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AC98-D10D-4CD0-8844-E8F8655DD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670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B8F6-6F8E-4AD3-81DE-629C9EB14D58}" type="datetimeFigureOut">
              <a:rPr lang="pt-BR" smtClean="0"/>
              <a:t>13/05/2022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AC98-D10D-4CD0-8844-E8F8655DD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7369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B8F6-6F8E-4AD3-81DE-629C9EB14D58}" type="datetimeFigureOut">
              <a:rPr lang="pt-BR" smtClean="0"/>
              <a:t>13/05/2022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AC98-D10D-4CD0-8844-E8F8655DD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6704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B8F6-6F8E-4AD3-81DE-629C9EB14D58}" type="datetimeFigureOut">
              <a:rPr lang="pt-BR" smtClean="0"/>
              <a:t>13/05/2022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AC98-D10D-4CD0-8844-E8F8655DD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4021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B8F6-6F8E-4AD3-81DE-629C9EB14D58}" type="datetimeFigureOut">
              <a:rPr lang="pt-BR" smtClean="0"/>
              <a:t>13/05/2022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AC98-D10D-4CD0-8844-E8F8655DD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B8F6-6F8E-4AD3-81DE-629C9EB14D58}" type="datetimeFigureOut">
              <a:rPr lang="pt-BR" smtClean="0"/>
              <a:t>13/05/2022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AC98-D10D-4CD0-8844-E8F8655DD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3953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6B8F6-6F8E-4AD3-81DE-629C9EB14D58}" type="datetimeFigureOut">
              <a:rPr lang="pt-BR" smtClean="0"/>
              <a:t>13/05/2022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AAC98-D10D-4CD0-8844-E8F8655DD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415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MySQL Index</a:t>
            </a:r>
          </a:p>
        </p:txBody>
      </p:sp>
      <p:pic>
        <p:nvPicPr>
          <p:cNvPr id="1030" name="Picture 6" descr="Ficheiro:Página Lista Telefônica Telesp 13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463" y="2337825"/>
            <a:ext cx="7620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i0.wp.com/612comunicacao.com.br/wp-content/uploads/2019/06/policia20156192.jpg?fit=620%2C378&amp;ssl=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88" y="1421636"/>
            <a:ext cx="5460221" cy="3141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6546559" y="826412"/>
            <a:ext cx="3994920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Responda rápido, conhece ? </a:t>
            </a:r>
          </a:p>
          <a:p>
            <a:pPr algn="ctr"/>
            <a:endParaRPr lang="pt-B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pt-B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560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endParaRPr lang="pt-BR" sz="40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95" y="842181"/>
            <a:ext cx="11747241" cy="5869170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Tabela </a:t>
            </a:r>
            <a:r>
              <a:rPr lang="pt-BR" sz="40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Users</a:t>
            </a:r>
            <a:r>
              <a:rPr lang="pt-BR" sz="4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com Index </a:t>
            </a:r>
            <a:r>
              <a:rPr lang="pt-BR" sz="40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Clustered</a:t>
            </a:r>
            <a:r>
              <a:rPr lang="pt-BR" sz="4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por </a:t>
            </a:r>
            <a:r>
              <a:rPr lang="pt-BR" sz="4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ID (1 </a:t>
            </a:r>
            <a:r>
              <a:rPr lang="pt-BR" sz="40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page</a:t>
            </a:r>
            <a:r>
              <a:rPr lang="pt-BR" sz="4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16kb)</a:t>
            </a:r>
            <a:endParaRPr lang="pt-BR" sz="4000" b="1" dirty="0" smtClean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2099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endParaRPr lang="pt-BR" sz="4000" dirty="0"/>
          </a:p>
        </p:txBody>
      </p:sp>
      <p:sp>
        <p:nvSpPr>
          <p:cNvPr id="5" name="Retângulo 4"/>
          <p:cNvSpPr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Index Non - </a:t>
            </a:r>
            <a:r>
              <a:rPr lang="pt-BR" sz="36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Clustered</a:t>
            </a:r>
            <a:r>
              <a:rPr lang="pt-BR" sz="36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pelo campo </a:t>
            </a:r>
            <a:r>
              <a:rPr lang="pt-BR" sz="36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DisplayName</a:t>
            </a:r>
            <a:r>
              <a:rPr lang="pt-BR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(1 </a:t>
            </a:r>
            <a:r>
              <a:rPr lang="pt-BR" sz="36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page</a:t>
            </a:r>
            <a:r>
              <a:rPr lang="pt-BR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16kb</a:t>
            </a:r>
            <a:r>
              <a:rPr lang="pt-BR" sz="36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)</a:t>
            </a:r>
            <a:endParaRPr lang="pt-BR" sz="4000" b="1" dirty="0" smtClean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886"/>
            <a:ext cx="12192000" cy="615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958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endParaRPr lang="pt-BR" sz="4000" dirty="0"/>
          </a:p>
        </p:txBody>
      </p:sp>
      <p:sp>
        <p:nvSpPr>
          <p:cNvPr id="5" name="Retângulo 4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Index Non - </a:t>
            </a:r>
            <a:r>
              <a:rPr lang="pt-BR" sz="32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Clustered</a:t>
            </a:r>
            <a:r>
              <a:rPr lang="pt-BR" sz="32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pelo campo </a:t>
            </a:r>
            <a:r>
              <a:rPr lang="pt-BR" sz="32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LastAccessDate</a:t>
            </a:r>
            <a:r>
              <a:rPr lang="pt-BR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(1 </a:t>
            </a:r>
            <a:r>
              <a:rPr lang="pt-BR" sz="32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page</a:t>
            </a:r>
            <a:r>
              <a:rPr lang="pt-BR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16kb</a:t>
            </a:r>
            <a:r>
              <a:rPr lang="pt-BR" sz="32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)</a:t>
            </a:r>
            <a:endParaRPr lang="pt-BR" sz="4000" b="1" dirty="0" smtClean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4442"/>
            <a:ext cx="11821886" cy="608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265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endParaRPr lang="pt-BR" sz="4000" dirty="0"/>
          </a:p>
        </p:txBody>
      </p:sp>
      <p:sp>
        <p:nvSpPr>
          <p:cNvPr id="5" name="Retângulo 4"/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Index Non - </a:t>
            </a:r>
            <a:r>
              <a:rPr lang="pt-BR" sz="40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Clustered</a:t>
            </a:r>
            <a:r>
              <a:rPr lang="pt-BR" sz="4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com mais </a:t>
            </a:r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campos (1 </a:t>
            </a:r>
            <a:r>
              <a:rPr lang="pt-BR" sz="40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page</a:t>
            </a:r>
            <a:r>
              <a:rPr lang="pt-BR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16kb</a:t>
            </a:r>
            <a:r>
              <a:rPr lang="pt-BR" sz="4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)</a:t>
            </a:r>
            <a:endParaRPr lang="pt-BR" sz="4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89" y="886408"/>
            <a:ext cx="11663264" cy="590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382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/>
          <p:cNvSpPr/>
          <p:nvPr/>
        </p:nvSpPr>
        <p:spPr>
          <a:xfrm>
            <a:off x="-250167" y="77638"/>
            <a:ext cx="956211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 – </a:t>
            </a:r>
            <a:r>
              <a:rPr lang="pt-BR" sz="54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Tree</a:t>
            </a:r>
            <a:r>
              <a:rPr lang="pt-BR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pt-BR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Index (Balance </a:t>
            </a:r>
            <a:r>
              <a:rPr lang="pt-BR" sz="54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Tree</a:t>
            </a:r>
            <a:r>
              <a:rPr lang="pt-BR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)</a:t>
            </a:r>
            <a:endParaRPr lang="pt-BR" sz="5400" dirty="0"/>
          </a:p>
          <a:p>
            <a:pPr algn="ctr"/>
            <a:endParaRPr lang="pt-B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22" y="1061048"/>
            <a:ext cx="11266098" cy="560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27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63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Sandro Servino</dc:creator>
  <cp:lastModifiedBy>Sandro Servino</cp:lastModifiedBy>
  <cp:revision>129</cp:revision>
  <dcterms:created xsi:type="dcterms:W3CDTF">2020-11-03T20:42:02Z</dcterms:created>
  <dcterms:modified xsi:type="dcterms:W3CDTF">2022-05-13T09:39:00Z</dcterms:modified>
</cp:coreProperties>
</file>