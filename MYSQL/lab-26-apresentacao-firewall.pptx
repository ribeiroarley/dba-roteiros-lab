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70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08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2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59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72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697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70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01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71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23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30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05C15-92F2-45D8-ADCC-E2EC5E328DE7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2C663-EA74-45ED-A437-65EB3D8748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29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80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3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029"/>
            <a:ext cx="12192000" cy="583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8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381000"/>
            <a:ext cx="103060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278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 Servino</dc:creator>
  <cp:lastModifiedBy>Sandro Servino</cp:lastModifiedBy>
  <cp:revision>5</cp:revision>
  <dcterms:created xsi:type="dcterms:W3CDTF">2022-03-21T13:35:26Z</dcterms:created>
  <dcterms:modified xsi:type="dcterms:W3CDTF">2022-03-21T13:42:49Z</dcterms:modified>
</cp:coreProperties>
</file>